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33B2C2-1A9C-4104-9D9C-0FF2202D27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09F68D6-BF77-4480-BE78-9DEBCE54C5DA}">
      <dgm:prSet/>
      <dgm:spPr/>
      <dgm:t>
        <a:bodyPr/>
        <a:lstStyle/>
        <a:p>
          <a:pPr>
            <a:defRPr cap="all"/>
          </a:pPr>
          <a:r>
            <a:rPr lang="en-US"/>
            <a:t>Power BI</a:t>
          </a:r>
        </a:p>
      </dgm:t>
    </dgm:pt>
    <dgm:pt modelId="{2EA0869F-B35D-41B8-9992-092813113CF2}" type="parTrans" cxnId="{DED0C243-6C2A-4C91-BD2D-F23BEF3785DF}">
      <dgm:prSet/>
      <dgm:spPr/>
      <dgm:t>
        <a:bodyPr/>
        <a:lstStyle/>
        <a:p>
          <a:endParaRPr lang="en-US"/>
        </a:p>
      </dgm:t>
    </dgm:pt>
    <dgm:pt modelId="{1DE98C2C-5A00-41CE-BA8B-8C735A5E35D2}" type="sibTrans" cxnId="{DED0C243-6C2A-4C91-BD2D-F23BEF3785DF}">
      <dgm:prSet/>
      <dgm:spPr/>
      <dgm:t>
        <a:bodyPr/>
        <a:lstStyle/>
        <a:p>
          <a:endParaRPr lang="en-US"/>
        </a:p>
      </dgm:t>
    </dgm:pt>
    <dgm:pt modelId="{DA3D589E-D8F1-47AF-8723-F69559FBE804}">
      <dgm:prSet/>
      <dgm:spPr/>
      <dgm:t>
        <a:bodyPr/>
        <a:lstStyle/>
        <a:p>
          <a:pPr>
            <a:defRPr cap="all"/>
          </a:pPr>
          <a:r>
            <a:rPr lang="en-US"/>
            <a:t>Excel / CSV</a:t>
          </a:r>
        </a:p>
      </dgm:t>
    </dgm:pt>
    <dgm:pt modelId="{3B97738E-7951-4F83-A32A-F674A857C770}" type="parTrans" cxnId="{7D37781F-5A61-4D95-B49A-9C8E5BFEDCD0}">
      <dgm:prSet/>
      <dgm:spPr/>
      <dgm:t>
        <a:bodyPr/>
        <a:lstStyle/>
        <a:p>
          <a:endParaRPr lang="en-US"/>
        </a:p>
      </dgm:t>
    </dgm:pt>
    <dgm:pt modelId="{B792277B-8204-4395-A38A-B8919A0DB8B8}" type="sibTrans" cxnId="{7D37781F-5A61-4D95-B49A-9C8E5BFEDCD0}">
      <dgm:prSet/>
      <dgm:spPr/>
      <dgm:t>
        <a:bodyPr/>
        <a:lstStyle/>
        <a:p>
          <a:endParaRPr lang="en-US"/>
        </a:p>
      </dgm:t>
    </dgm:pt>
    <dgm:pt modelId="{4D9CB0EE-6B71-4558-8580-C1B92DA889AC}">
      <dgm:prSet/>
      <dgm:spPr/>
      <dgm:t>
        <a:bodyPr/>
        <a:lstStyle/>
        <a:p>
          <a:pPr>
            <a:defRPr cap="all"/>
          </a:pPr>
          <a:r>
            <a:rPr lang="en-US"/>
            <a:t>SQL</a:t>
          </a:r>
        </a:p>
      </dgm:t>
    </dgm:pt>
    <dgm:pt modelId="{9108CEC1-31AF-4B9C-BD6B-91C8BB7A5EC8}" type="parTrans" cxnId="{3405D4DC-8BCD-4940-B873-1E89C0BAFE0A}">
      <dgm:prSet/>
      <dgm:spPr/>
      <dgm:t>
        <a:bodyPr/>
        <a:lstStyle/>
        <a:p>
          <a:endParaRPr lang="en-US"/>
        </a:p>
      </dgm:t>
    </dgm:pt>
    <dgm:pt modelId="{2F42E6C0-8024-42B7-94E4-4E1B7E77EB85}" type="sibTrans" cxnId="{3405D4DC-8BCD-4940-B873-1E89C0BAFE0A}">
      <dgm:prSet/>
      <dgm:spPr/>
      <dgm:t>
        <a:bodyPr/>
        <a:lstStyle/>
        <a:p>
          <a:endParaRPr lang="en-US"/>
        </a:p>
      </dgm:t>
    </dgm:pt>
    <dgm:pt modelId="{9505E8AE-9DA6-49E4-B9E3-F98A9884A7CD}">
      <dgm:prSet/>
      <dgm:spPr/>
      <dgm:t>
        <a:bodyPr/>
        <a:lstStyle/>
        <a:p>
          <a:pPr>
            <a:defRPr cap="all"/>
          </a:pPr>
          <a:r>
            <a:rPr lang="en-US"/>
            <a:t>Data Visualization</a:t>
          </a:r>
        </a:p>
      </dgm:t>
    </dgm:pt>
    <dgm:pt modelId="{A0F407E8-042E-46FB-8D3A-928D5E1E1DAF}" type="parTrans" cxnId="{374257A0-0FE7-4AD4-8D71-B9635DDBB217}">
      <dgm:prSet/>
      <dgm:spPr/>
      <dgm:t>
        <a:bodyPr/>
        <a:lstStyle/>
        <a:p>
          <a:endParaRPr lang="en-US"/>
        </a:p>
      </dgm:t>
    </dgm:pt>
    <dgm:pt modelId="{8E4FED35-43B5-4786-951A-C274D0D1CDE9}" type="sibTrans" cxnId="{374257A0-0FE7-4AD4-8D71-B9635DDBB217}">
      <dgm:prSet/>
      <dgm:spPr/>
      <dgm:t>
        <a:bodyPr/>
        <a:lstStyle/>
        <a:p>
          <a:endParaRPr lang="en-US"/>
        </a:p>
      </dgm:t>
    </dgm:pt>
    <dgm:pt modelId="{ED5C3D61-E259-4042-BA6A-11FE7CC2FB2C}" type="pres">
      <dgm:prSet presAssocID="{0133B2C2-1A9C-4104-9D9C-0FF2202D2752}" presName="root" presStyleCnt="0">
        <dgm:presLayoutVars>
          <dgm:dir/>
          <dgm:resizeHandles val="exact"/>
        </dgm:presLayoutVars>
      </dgm:prSet>
      <dgm:spPr/>
    </dgm:pt>
    <dgm:pt modelId="{B96BEAAA-8572-457F-BAD5-A12EA83C842E}" type="pres">
      <dgm:prSet presAssocID="{109F68D6-BF77-4480-BE78-9DEBCE54C5DA}" presName="compNode" presStyleCnt="0"/>
      <dgm:spPr/>
    </dgm:pt>
    <dgm:pt modelId="{98D52A77-62E0-4DEF-82F7-9D76508074A9}" type="pres">
      <dgm:prSet presAssocID="{109F68D6-BF77-4480-BE78-9DEBCE54C5DA}" presName="iconBgRect" presStyleLbl="bgShp" presStyleIdx="0" presStyleCnt="4"/>
      <dgm:spPr/>
    </dgm:pt>
    <dgm:pt modelId="{5B3D3297-CE4B-408F-8E4E-030B42F7F260}" type="pres">
      <dgm:prSet presAssocID="{109F68D6-BF77-4480-BE78-9DEBCE54C5D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C7B8CC-100C-4E4B-BB30-022C0C0981CD}" type="pres">
      <dgm:prSet presAssocID="{109F68D6-BF77-4480-BE78-9DEBCE54C5DA}" presName="spaceRect" presStyleCnt="0"/>
      <dgm:spPr/>
    </dgm:pt>
    <dgm:pt modelId="{FC73B647-2BDB-4A7F-AC76-AA524E7701CB}" type="pres">
      <dgm:prSet presAssocID="{109F68D6-BF77-4480-BE78-9DEBCE54C5DA}" presName="textRect" presStyleLbl="revTx" presStyleIdx="0" presStyleCnt="4">
        <dgm:presLayoutVars>
          <dgm:chMax val="1"/>
          <dgm:chPref val="1"/>
        </dgm:presLayoutVars>
      </dgm:prSet>
      <dgm:spPr/>
    </dgm:pt>
    <dgm:pt modelId="{B1A5BB23-E1D4-4965-B8FA-F634E2EE8DD7}" type="pres">
      <dgm:prSet presAssocID="{1DE98C2C-5A00-41CE-BA8B-8C735A5E35D2}" presName="sibTrans" presStyleCnt="0"/>
      <dgm:spPr/>
    </dgm:pt>
    <dgm:pt modelId="{EB47044A-3DA2-472E-8B79-0964D0763351}" type="pres">
      <dgm:prSet presAssocID="{DA3D589E-D8F1-47AF-8723-F69559FBE804}" presName="compNode" presStyleCnt="0"/>
      <dgm:spPr/>
    </dgm:pt>
    <dgm:pt modelId="{AE76446E-7CD3-40DC-B4A1-57A5C76D5C19}" type="pres">
      <dgm:prSet presAssocID="{DA3D589E-D8F1-47AF-8723-F69559FBE804}" presName="iconBgRect" presStyleLbl="bgShp" presStyleIdx="1" presStyleCnt="4"/>
      <dgm:spPr/>
    </dgm:pt>
    <dgm:pt modelId="{C1750D2A-0A8A-4515-9D1C-5383A5D0C5B0}" type="pres">
      <dgm:prSet presAssocID="{DA3D589E-D8F1-47AF-8723-F69559FBE80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4F4E882-ADD4-4232-9472-4616934276DA}" type="pres">
      <dgm:prSet presAssocID="{DA3D589E-D8F1-47AF-8723-F69559FBE804}" presName="spaceRect" presStyleCnt="0"/>
      <dgm:spPr/>
    </dgm:pt>
    <dgm:pt modelId="{BC1592EF-2F60-4E34-B8E7-7907A1B5BFCF}" type="pres">
      <dgm:prSet presAssocID="{DA3D589E-D8F1-47AF-8723-F69559FBE804}" presName="textRect" presStyleLbl="revTx" presStyleIdx="1" presStyleCnt="4">
        <dgm:presLayoutVars>
          <dgm:chMax val="1"/>
          <dgm:chPref val="1"/>
        </dgm:presLayoutVars>
      </dgm:prSet>
      <dgm:spPr/>
    </dgm:pt>
    <dgm:pt modelId="{3B2A10D4-69AE-46B5-A076-ACF691AC8FE4}" type="pres">
      <dgm:prSet presAssocID="{B792277B-8204-4395-A38A-B8919A0DB8B8}" presName="sibTrans" presStyleCnt="0"/>
      <dgm:spPr/>
    </dgm:pt>
    <dgm:pt modelId="{66EB5BAC-8F9B-4DE7-9574-093B3002487A}" type="pres">
      <dgm:prSet presAssocID="{4D9CB0EE-6B71-4558-8580-C1B92DA889AC}" presName="compNode" presStyleCnt="0"/>
      <dgm:spPr/>
    </dgm:pt>
    <dgm:pt modelId="{C98E9C72-978E-4E9B-82DA-334A4B53859C}" type="pres">
      <dgm:prSet presAssocID="{4D9CB0EE-6B71-4558-8580-C1B92DA889AC}" presName="iconBgRect" presStyleLbl="bgShp" presStyleIdx="2" presStyleCnt="4"/>
      <dgm:spPr/>
    </dgm:pt>
    <dgm:pt modelId="{4D4CBA35-048A-4BB7-9AE7-1C3660B2A369}" type="pres">
      <dgm:prSet presAssocID="{4D9CB0EE-6B71-4558-8580-C1B92DA889A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5BEA840-3F7F-43E2-A9E7-10FACC958DFA}" type="pres">
      <dgm:prSet presAssocID="{4D9CB0EE-6B71-4558-8580-C1B92DA889AC}" presName="spaceRect" presStyleCnt="0"/>
      <dgm:spPr/>
    </dgm:pt>
    <dgm:pt modelId="{CB20AFA1-51EF-4160-9425-6149BAACAC33}" type="pres">
      <dgm:prSet presAssocID="{4D9CB0EE-6B71-4558-8580-C1B92DA889AC}" presName="textRect" presStyleLbl="revTx" presStyleIdx="2" presStyleCnt="4">
        <dgm:presLayoutVars>
          <dgm:chMax val="1"/>
          <dgm:chPref val="1"/>
        </dgm:presLayoutVars>
      </dgm:prSet>
      <dgm:spPr/>
    </dgm:pt>
    <dgm:pt modelId="{6DA5EBF1-C94A-421E-906A-8BCA07BD6E2E}" type="pres">
      <dgm:prSet presAssocID="{2F42E6C0-8024-42B7-94E4-4E1B7E77EB85}" presName="sibTrans" presStyleCnt="0"/>
      <dgm:spPr/>
    </dgm:pt>
    <dgm:pt modelId="{4E18EA46-29A9-4D10-A40F-9DFDC5D241B2}" type="pres">
      <dgm:prSet presAssocID="{9505E8AE-9DA6-49E4-B9E3-F98A9884A7CD}" presName="compNode" presStyleCnt="0"/>
      <dgm:spPr/>
    </dgm:pt>
    <dgm:pt modelId="{38C06D88-56CF-4460-A775-604BCEE6FCF3}" type="pres">
      <dgm:prSet presAssocID="{9505E8AE-9DA6-49E4-B9E3-F98A9884A7CD}" presName="iconBgRect" presStyleLbl="bgShp" presStyleIdx="3" presStyleCnt="4"/>
      <dgm:spPr/>
    </dgm:pt>
    <dgm:pt modelId="{C935D79B-689F-442B-A641-B9A2C828B1E4}" type="pres">
      <dgm:prSet presAssocID="{9505E8AE-9DA6-49E4-B9E3-F98A9884A7C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DF0D75A-FF08-4230-B5EE-8178D45A7CC5}" type="pres">
      <dgm:prSet presAssocID="{9505E8AE-9DA6-49E4-B9E3-F98A9884A7CD}" presName="spaceRect" presStyleCnt="0"/>
      <dgm:spPr/>
    </dgm:pt>
    <dgm:pt modelId="{147547F6-D37F-4E99-A069-93E0B979ADCF}" type="pres">
      <dgm:prSet presAssocID="{9505E8AE-9DA6-49E4-B9E3-F98A9884A7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37781F-5A61-4D95-B49A-9C8E5BFEDCD0}" srcId="{0133B2C2-1A9C-4104-9D9C-0FF2202D2752}" destId="{DA3D589E-D8F1-47AF-8723-F69559FBE804}" srcOrd="1" destOrd="0" parTransId="{3B97738E-7951-4F83-A32A-F674A857C770}" sibTransId="{B792277B-8204-4395-A38A-B8919A0DB8B8}"/>
    <dgm:cxn modelId="{9D3E1124-0772-4E9A-8F7D-BACEC4ACD13F}" type="presOf" srcId="{DA3D589E-D8F1-47AF-8723-F69559FBE804}" destId="{BC1592EF-2F60-4E34-B8E7-7907A1B5BFCF}" srcOrd="0" destOrd="0" presId="urn:microsoft.com/office/officeart/2018/5/layout/IconCircleLabelList"/>
    <dgm:cxn modelId="{5BD2BA34-0158-4834-BB21-FBF5243864A2}" type="presOf" srcId="{4D9CB0EE-6B71-4558-8580-C1B92DA889AC}" destId="{CB20AFA1-51EF-4160-9425-6149BAACAC33}" srcOrd="0" destOrd="0" presId="urn:microsoft.com/office/officeart/2018/5/layout/IconCircleLabelList"/>
    <dgm:cxn modelId="{42D2EF3D-180B-41A5-AC89-CDC207983322}" type="presOf" srcId="{0133B2C2-1A9C-4104-9D9C-0FF2202D2752}" destId="{ED5C3D61-E259-4042-BA6A-11FE7CC2FB2C}" srcOrd="0" destOrd="0" presId="urn:microsoft.com/office/officeart/2018/5/layout/IconCircleLabelList"/>
    <dgm:cxn modelId="{DED0C243-6C2A-4C91-BD2D-F23BEF3785DF}" srcId="{0133B2C2-1A9C-4104-9D9C-0FF2202D2752}" destId="{109F68D6-BF77-4480-BE78-9DEBCE54C5DA}" srcOrd="0" destOrd="0" parTransId="{2EA0869F-B35D-41B8-9992-092813113CF2}" sibTransId="{1DE98C2C-5A00-41CE-BA8B-8C735A5E35D2}"/>
    <dgm:cxn modelId="{9512E666-321F-4741-B6E9-FAAD9AD247A3}" type="presOf" srcId="{9505E8AE-9DA6-49E4-B9E3-F98A9884A7CD}" destId="{147547F6-D37F-4E99-A069-93E0B979ADCF}" srcOrd="0" destOrd="0" presId="urn:microsoft.com/office/officeart/2018/5/layout/IconCircleLabelList"/>
    <dgm:cxn modelId="{F5F46476-DD10-4373-925E-E603BE55F6E3}" type="presOf" srcId="{109F68D6-BF77-4480-BE78-9DEBCE54C5DA}" destId="{FC73B647-2BDB-4A7F-AC76-AA524E7701CB}" srcOrd="0" destOrd="0" presId="urn:microsoft.com/office/officeart/2018/5/layout/IconCircleLabelList"/>
    <dgm:cxn modelId="{374257A0-0FE7-4AD4-8D71-B9635DDBB217}" srcId="{0133B2C2-1A9C-4104-9D9C-0FF2202D2752}" destId="{9505E8AE-9DA6-49E4-B9E3-F98A9884A7CD}" srcOrd="3" destOrd="0" parTransId="{A0F407E8-042E-46FB-8D3A-928D5E1E1DAF}" sibTransId="{8E4FED35-43B5-4786-951A-C274D0D1CDE9}"/>
    <dgm:cxn modelId="{3405D4DC-8BCD-4940-B873-1E89C0BAFE0A}" srcId="{0133B2C2-1A9C-4104-9D9C-0FF2202D2752}" destId="{4D9CB0EE-6B71-4558-8580-C1B92DA889AC}" srcOrd="2" destOrd="0" parTransId="{9108CEC1-31AF-4B9C-BD6B-91C8BB7A5EC8}" sibTransId="{2F42E6C0-8024-42B7-94E4-4E1B7E77EB85}"/>
    <dgm:cxn modelId="{F046705C-869E-421D-A17F-E2570BCB211C}" type="presParOf" srcId="{ED5C3D61-E259-4042-BA6A-11FE7CC2FB2C}" destId="{B96BEAAA-8572-457F-BAD5-A12EA83C842E}" srcOrd="0" destOrd="0" presId="urn:microsoft.com/office/officeart/2018/5/layout/IconCircleLabelList"/>
    <dgm:cxn modelId="{92B4B231-1925-4BEC-9E7E-82D165429392}" type="presParOf" srcId="{B96BEAAA-8572-457F-BAD5-A12EA83C842E}" destId="{98D52A77-62E0-4DEF-82F7-9D76508074A9}" srcOrd="0" destOrd="0" presId="urn:microsoft.com/office/officeart/2018/5/layout/IconCircleLabelList"/>
    <dgm:cxn modelId="{B1C9DE2E-F031-4F05-8076-31464171092E}" type="presParOf" srcId="{B96BEAAA-8572-457F-BAD5-A12EA83C842E}" destId="{5B3D3297-CE4B-408F-8E4E-030B42F7F260}" srcOrd="1" destOrd="0" presId="urn:microsoft.com/office/officeart/2018/5/layout/IconCircleLabelList"/>
    <dgm:cxn modelId="{B84D6460-EC57-4A49-9E5E-8742A7940DCD}" type="presParOf" srcId="{B96BEAAA-8572-457F-BAD5-A12EA83C842E}" destId="{E7C7B8CC-100C-4E4B-BB30-022C0C0981CD}" srcOrd="2" destOrd="0" presId="urn:microsoft.com/office/officeart/2018/5/layout/IconCircleLabelList"/>
    <dgm:cxn modelId="{0BC9D705-CE31-4336-BBE2-6A483E60013D}" type="presParOf" srcId="{B96BEAAA-8572-457F-BAD5-A12EA83C842E}" destId="{FC73B647-2BDB-4A7F-AC76-AA524E7701CB}" srcOrd="3" destOrd="0" presId="urn:microsoft.com/office/officeart/2018/5/layout/IconCircleLabelList"/>
    <dgm:cxn modelId="{AE6B9D12-8F61-499E-8635-44E7C4484317}" type="presParOf" srcId="{ED5C3D61-E259-4042-BA6A-11FE7CC2FB2C}" destId="{B1A5BB23-E1D4-4965-B8FA-F634E2EE8DD7}" srcOrd="1" destOrd="0" presId="urn:microsoft.com/office/officeart/2018/5/layout/IconCircleLabelList"/>
    <dgm:cxn modelId="{A37E90C7-26F8-4945-A0F7-074386DF1896}" type="presParOf" srcId="{ED5C3D61-E259-4042-BA6A-11FE7CC2FB2C}" destId="{EB47044A-3DA2-472E-8B79-0964D0763351}" srcOrd="2" destOrd="0" presId="urn:microsoft.com/office/officeart/2018/5/layout/IconCircleLabelList"/>
    <dgm:cxn modelId="{CE260A0A-C889-41B5-B5A9-5627EC3D4321}" type="presParOf" srcId="{EB47044A-3DA2-472E-8B79-0964D0763351}" destId="{AE76446E-7CD3-40DC-B4A1-57A5C76D5C19}" srcOrd="0" destOrd="0" presId="urn:microsoft.com/office/officeart/2018/5/layout/IconCircleLabelList"/>
    <dgm:cxn modelId="{48B45C19-526B-4B32-9B44-5D67BC41BD5E}" type="presParOf" srcId="{EB47044A-3DA2-472E-8B79-0964D0763351}" destId="{C1750D2A-0A8A-4515-9D1C-5383A5D0C5B0}" srcOrd="1" destOrd="0" presId="urn:microsoft.com/office/officeart/2018/5/layout/IconCircleLabelList"/>
    <dgm:cxn modelId="{FB82440A-306C-4640-B912-CF8665B5A1DA}" type="presParOf" srcId="{EB47044A-3DA2-472E-8B79-0964D0763351}" destId="{C4F4E882-ADD4-4232-9472-4616934276DA}" srcOrd="2" destOrd="0" presId="urn:microsoft.com/office/officeart/2018/5/layout/IconCircleLabelList"/>
    <dgm:cxn modelId="{1F0B3C39-D3E5-4920-8327-03983C99F97E}" type="presParOf" srcId="{EB47044A-3DA2-472E-8B79-0964D0763351}" destId="{BC1592EF-2F60-4E34-B8E7-7907A1B5BFCF}" srcOrd="3" destOrd="0" presId="urn:microsoft.com/office/officeart/2018/5/layout/IconCircleLabelList"/>
    <dgm:cxn modelId="{207C12EC-57C7-4CEB-8135-2F249FEF22B4}" type="presParOf" srcId="{ED5C3D61-E259-4042-BA6A-11FE7CC2FB2C}" destId="{3B2A10D4-69AE-46B5-A076-ACF691AC8FE4}" srcOrd="3" destOrd="0" presId="urn:microsoft.com/office/officeart/2018/5/layout/IconCircleLabelList"/>
    <dgm:cxn modelId="{9AF5BD4F-EF52-4EBD-83FD-48EF28243BEF}" type="presParOf" srcId="{ED5C3D61-E259-4042-BA6A-11FE7CC2FB2C}" destId="{66EB5BAC-8F9B-4DE7-9574-093B3002487A}" srcOrd="4" destOrd="0" presId="urn:microsoft.com/office/officeart/2018/5/layout/IconCircleLabelList"/>
    <dgm:cxn modelId="{9FAFD74A-DA72-41A0-A558-BF8F38A23790}" type="presParOf" srcId="{66EB5BAC-8F9B-4DE7-9574-093B3002487A}" destId="{C98E9C72-978E-4E9B-82DA-334A4B53859C}" srcOrd="0" destOrd="0" presId="urn:microsoft.com/office/officeart/2018/5/layout/IconCircleLabelList"/>
    <dgm:cxn modelId="{A1195DD6-71FA-4EE5-96B0-73DFA16FE855}" type="presParOf" srcId="{66EB5BAC-8F9B-4DE7-9574-093B3002487A}" destId="{4D4CBA35-048A-4BB7-9AE7-1C3660B2A369}" srcOrd="1" destOrd="0" presId="urn:microsoft.com/office/officeart/2018/5/layout/IconCircleLabelList"/>
    <dgm:cxn modelId="{C51C4ACD-49A8-42CC-A4B0-56DF1D6BAEDC}" type="presParOf" srcId="{66EB5BAC-8F9B-4DE7-9574-093B3002487A}" destId="{F5BEA840-3F7F-43E2-A9E7-10FACC958DFA}" srcOrd="2" destOrd="0" presId="urn:microsoft.com/office/officeart/2018/5/layout/IconCircleLabelList"/>
    <dgm:cxn modelId="{FECF1E6C-633F-4F81-85D0-ADE0B028FDBE}" type="presParOf" srcId="{66EB5BAC-8F9B-4DE7-9574-093B3002487A}" destId="{CB20AFA1-51EF-4160-9425-6149BAACAC33}" srcOrd="3" destOrd="0" presId="urn:microsoft.com/office/officeart/2018/5/layout/IconCircleLabelList"/>
    <dgm:cxn modelId="{7562544A-BFB3-4C3A-8E43-AECB81C44DF5}" type="presParOf" srcId="{ED5C3D61-E259-4042-BA6A-11FE7CC2FB2C}" destId="{6DA5EBF1-C94A-421E-906A-8BCA07BD6E2E}" srcOrd="5" destOrd="0" presId="urn:microsoft.com/office/officeart/2018/5/layout/IconCircleLabelList"/>
    <dgm:cxn modelId="{E100B9C1-5507-469E-A934-6A6B293230CB}" type="presParOf" srcId="{ED5C3D61-E259-4042-BA6A-11FE7CC2FB2C}" destId="{4E18EA46-29A9-4D10-A40F-9DFDC5D241B2}" srcOrd="6" destOrd="0" presId="urn:microsoft.com/office/officeart/2018/5/layout/IconCircleLabelList"/>
    <dgm:cxn modelId="{C537AE79-2AAD-4636-9167-BF43BF36C397}" type="presParOf" srcId="{4E18EA46-29A9-4D10-A40F-9DFDC5D241B2}" destId="{38C06D88-56CF-4460-A775-604BCEE6FCF3}" srcOrd="0" destOrd="0" presId="urn:microsoft.com/office/officeart/2018/5/layout/IconCircleLabelList"/>
    <dgm:cxn modelId="{4B7D4303-61CA-4D0C-8BE8-C74AE9A8B039}" type="presParOf" srcId="{4E18EA46-29A9-4D10-A40F-9DFDC5D241B2}" destId="{C935D79B-689F-442B-A641-B9A2C828B1E4}" srcOrd="1" destOrd="0" presId="urn:microsoft.com/office/officeart/2018/5/layout/IconCircleLabelList"/>
    <dgm:cxn modelId="{C2076F81-32B6-4B9E-8A7B-53166FC0C20B}" type="presParOf" srcId="{4E18EA46-29A9-4D10-A40F-9DFDC5D241B2}" destId="{ADF0D75A-FF08-4230-B5EE-8178D45A7CC5}" srcOrd="2" destOrd="0" presId="urn:microsoft.com/office/officeart/2018/5/layout/IconCircleLabelList"/>
    <dgm:cxn modelId="{EB2B6215-8DA7-4A69-986E-F495D7332EC7}" type="presParOf" srcId="{4E18EA46-29A9-4D10-A40F-9DFDC5D241B2}" destId="{147547F6-D37F-4E99-A069-93E0B979AD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6FB781-44CE-4A9C-88BB-AF114341307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C5EFEA-B9B1-46F1-A185-E537AC89488F}">
      <dgm:prSet/>
      <dgm:spPr/>
      <dgm:t>
        <a:bodyPr/>
        <a:lstStyle/>
        <a:p>
          <a:r>
            <a:rPr lang="en-US" b="0" i="0"/>
            <a:t>Attrition Rate: 16.12%</a:t>
          </a:r>
          <a:endParaRPr lang="en-US"/>
        </a:p>
      </dgm:t>
    </dgm:pt>
    <dgm:pt modelId="{E776E66B-826C-437E-871C-C3085DEE6FA0}" type="parTrans" cxnId="{12297EDD-9772-4F43-B0C3-9DC998E7BCEC}">
      <dgm:prSet/>
      <dgm:spPr/>
      <dgm:t>
        <a:bodyPr/>
        <a:lstStyle/>
        <a:p>
          <a:endParaRPr lang="en-US"/>
        </a:p>
      </dgm:t>
    </dgm:pt>
    <dgm:pt modelId="{9205F874-0C65-4F1B-9BC7-845C129024DB}" type="sibTrans" cxnId="{12297EDD-9772-4F43-B0C3-9DC998E7BCEC}">
      <dgm:prSet/>
      <dgm:spPr/>
      <dgm:t>
        <a:bodyPr/>
        <a:lstStyle/>
        <a:p>
          <a:endParaRPr lang="en-US"/>
        </a:p>
      </dgm:t>
    </dgm:pt>
    <dgm:pt modelId="{FCC0DC59-4E90-4E3B-A0AE-0AF708C1DB7F}">
      <dgm:prSet/>
      <dgm:spPr/>
      <dgm:t>
        <a:bodyPr/>
        <a:lstStyle/>
        <a:p>
          <a:r>
            <a:rPr lang="en-US" b="0" i="0"/>
            <a:t>Total Employees: 1470</a:t>
          </a:r>
          <a:endParaRPr lang="en-US"/>
        </a:p>
      </dgm:t>
    </dgm:pt>
    <dgm:pt modelId="{CB8CE8BE-4F89-4ED4-A5FD-05D73C5055B9}" type="parTrans" cxnId="{186B1629-ACB1-4E0F-A764-051B753CEF4B}">
      <dgm:prSet/>
      <dgm:spPr/>
      <dgm:t>
        <a:bodyPr/>
        <a:lstStyle/>
        <a:p>
          <a:endParaRPr lang="en-US"/>
        </a:p>
      </dgm:t>
    </dgm:pt>
    <dgm:pt modelId="{38A3F87E-9E27-4C30-8838-EF284EDA538C}" type="sibTrans" cxnId="{186B1629-ACB1-4E0F-A764-051B753CEF4B}">
      <dgm:prSet/>
      <dgm:spPr/>
      <dgm:t>
        <a:bodyPr/>
        <a:lstStyle/>
        <a:p>
          <a:endParaRPr lang="en-US"/>
        </a:p>
      </dgm:t>
    </dgm:pt>
    <dgm:pt modelId="{7050D6DB-62EC-42E1-A195-21D925CF2F85}">
      <dgm:prSet/>
      <dgm:spPr/>
      <dgm:t>
        <a:bodyPr/>
        <a:lstStyle/>
        <a:p>
          <a:r>
            <a:rPr lang="en-US" b="0" i="0"/>
            <a:t>Active Employees: 1233</a:t>
          </a:r>
          <a:endParaRPr lang="en-US"/>
        </a:p>
      </dgm:t>
    </dgm:pt>
    <dgm:pt modelId="{15342DE2-23F6-4997-BF08-7B9AB5DA62D6}" type="parTrans" cxnId="{1A7CC2BF-905F-417D-A11F-F73140127E09}">
      <dgm:prSet/>
      <dgm:spPr/>
      <dgm:t>
        <a:bodyPr/>
        <a:lstStyle/>
        <a:p>
          <a:endParaRPr lang="en-US"/>
        </a:p>
      </dgm:t>
    </dgm:pt>
    <dgm:pt modelId="{A04CD8B9-C6DF-44F5-B761-F253E5200067}" type="sibTrans" cxnId="{1A7CC2BF-905F-417D-A11F-F73140127E09}">
      <dgm:prSet/>
      <dgm:spPr/>
      <dgm:t>
        <a:bodyPr/>
        <a:lstStyle/>
        <a:p>
          <a:endParaRPr lang="en-US"/>
        </a:p>
      </dgm:t>
    </dgm:pt>
    <dgm:pt modelId="{013967FE-91AA-49F2-AD83-A987D3464036}">
      <dgm:prSet/>
      <dgm:spPr/>
      <dgm:t>
        <a:bodyPr/>
        <a:lstStyle/>
        <a:p>
          <a:r>
            <a:rPr lang="en-US" b="0" i="0"/>
            <a:t>Department-wise attrition analysis</a:t>
          </a:r>
          <a:endParaRPr lang="en-US"/>
        </a:p>
      </dgm:t>
    </dgm:pt>
    <dgm:pt modelId="{DA2FA28E-8CAB-43C9-83C4-319F3B19FCF5}" type="parTrans" cxnId="{45BDA3C1-250D-44F1-A752-7165F2B882E3}">
      <dgm:prSet/>
      <dgm:spPr/>
      <dgm:t>
        <a:bodyPr/>
        <a:lstStyle/>
        <a:p>
          <a:endParaRPr lang="en-US"/>
        </a:p>
      </dgm:t>
    </dgm:pt>
    <dgm:pt modelId="{63489BDB-89C6-48DD-BAE5-01E9530C478B}" type="sibTrans" cxnId="{45BDA3C1-250D-44F1-A752-7165F2B882E3}">
      <dgm:prSet/>
      <dgm:spPr/>
      <dgm:t>
        <a:bodyPr/>
        <a:lstStyle/>
        <a:p>
          <a:endParaRPr lang="en-US"/>
        </a:p>
      </dgm:t>
    </dgm:pt>
    <dgm:pt modelId="{11643571-5BD4-4EC8-9A29-BFF0D7FC2C64}">
      <dgm:prSet/>
      <dgm:spPr/>
      <dgm:t>
        <a:bodyPr/>
        <a:lstStyle/>
        <a:p>
          <a:r>
            <a:rPr lang="en-US" b="0" i="0"/>
            <a:t>Job satisfaction analysis</a:t>
          </a:r>
          <a:endParaRPr lang="en-US"/>
        </a:p>
      </dgm:t>
    </dgm:pt>
    <dgm:pt modelId="{E200A2EE-5D8D-4D37-B5F0-F8F037F1C9CE}" type="parTrans" cxnId="{3FBAA033-9E97-411E-B95B-A4FE98413871}">
      <dgm:prSet/>
      <dgm:spPr/>
      <dgm:t>
        <a:bodyPr/>
        <a:lstStyle/>
        <a:p>
          <a:endParaRPr lang="en-US"/>
        </a:p>
      </dgm:t>
    </dgm:pt>
    <dgm:pt modelId="{55721DD9-BFE5-4C26-BEB8-C08BD5DCABA3}" type="sibTrans" cxnId="{3FBAA033-9E97-411E-B95B-A4FE98413871}">
      <dgm:prSet/>
      <dgm:spPr/>
      <dgm:t>
        <a:bodyPr/>
        <a:lstStyle/>
        <a:p>
          <a:endParaRPr lang="en-US"/>
        </a:p>
      </dgm:t>
    </dgm:pt>
    <dgm:pt modelId="{6AD99C0E-9488-4309-BA2A-FA5E8232C038}" type="pres">
      <dgm:prSet presAssocID="{836FB781-44CE-4A9C-88BB-AF114341307C}" presName="vert0" presStyleCnt="0">
        <dgm:presLayoutVars>
          <dgm:dir/>
          <dgm:animOne val="branch"/>
          <dgm:animLvl val="lvl"/>
        </dgm:presLayoutVars>
      </dgm:prSet>
      <dgm:spPr/>
    </dgm:pt>
    <dgm:pt modelId="{EDB25D9F-50F1-4AB5-A602-B9503933DED5}" type="pres">
      <dgm:prSet presAssocID="{49C5EFEA-B9B1-46F1-A185-E537AC89488F}" presName="thickLine" presStyleLbl="alignNode1" presStyleIdx="0" presStyleCnt="5"/>
      <dgm:spPr/>
    </dgm:pt>
    <dgm:pt modelId="{5810A038-00E6-4840-9D7A-C498C59D4574}" type="pres">
      <dgm:prSet presAssocID="{49C5EFEA-B9B1-46F1-A185-E537AC89488F}" presName="horz1" presStyleCnt="0"/>
      <dgm:spPr/>
    </dgm:pt>
    <dgm:pt modelId="{12F54682-EB68-4DEF-8190-A0AF9E826DDF}" type="pres">
      <dgm:prSet presAssocID="{49C5EFEA-B9B1-46F1-A185-E537AC89488F}" presName="tx1" presStyleLbl="revTx" presStyleIdx="0" presStyleCnt="5"/>
      <dgm:spPr/>
    </dgm:pt>
    <dgm:pt modelId="{F2014B5C-1808-4CEB-B290-86B539B75ED7}" type="pres">
      <dgm:prSet presAssocID="{49C5EFEA-B9B1-46F1-A185-E537AC89488F}" presName="vert1" presStyleCnt="0"/>
      <dgm:spPr/>
    </dgm:pt>
    <dgm:pt modelId="{25D099DC-6AE8-4DA1-BD03-9D360FE13233}" type="pres">
      <dgm:prSet presAssocID="{FCC0DC59-4E90-4E3B-A0AE-0AF708C1DB7F}" presName="thickLine" presStyleLbl="alignNode1" presStyleIdx="1" presStyleCnt="5"/>
      <dgm:spPr/>
    </dgm:pt>
    <dgm:pt modelId="{9C41616F-98B0-463B-AD59-67089525C3FC}" type="pres">
      <dgm:prSet presAssocID="{FCC0DC59-4E90-4E3B-A0AE-0AF708C1DB7F}" presName="horz1" presStyleCnt="0"/>
      <dgm:spPr/>
    </dgm:pt>
    <dgm:pt modelId="{B6A0FEC3-11DA-41D4-B215-47ECFD703CA6}" type="pres">
      <dgm:prSet presAssocID="{FCC0DC59-4E90-4E3B-A0AE-0AF708C1DB7F}" presName="tx1" presStyleLbl="revTx" presStyleIdx="1" presStyleCnt="5"/>
      <dgm:spPr/>
    </dgm:pt>
    <dgm:pt modelId="{C885ABC8-D02E-4263-B1CC-E2F6720D547D}" type="pres">
      <dgm:prSet presAssocID="{FCC0DC59-4E90-4E3B-A0AE-0AF708C1DB7F}" presName="vert1" presStyleCnt="0"/>
      <dgm:spPr/>
    </dgm:pt>
    <dgm:pt modelId="{8E92B455-60D1-43EE-9CF2-8666A2D691CB}" type="pres">
      <dgm:prSet presAssocID="{7050D6DB-62EC-42E1-A195-21D925CF2F85}" presName="thickLine" presStyleLbl="alignNode1" presStyleIdx="2" presStyleCnt="5"/>
      <dgm:spPr/>
    </dgm:pt>
    <dgm:pt modelId="{67CB061A-E227-4D8A-8141-53EB170FF214}" type="pres">
      <dgm:prSet presAssocID="{7050D6DB-62EC-42E1-A195-21D925CF2F85}" presName="horz1" presStyleCnt="0"/>
      <dgm:spPr/>
    </dgm:pt>
    <dgm:pt modelId="{99A465FB-62DB-406B-B841-07A0AAC81DF3}" type="pres">
      <dgm:prSet presAssocID="{7050D6DB-62EC-42E1-A195-21D925CF2F85}" presName="tx1" presStyleLbl="revTx" presStyleIdx="2" presStyleCnt="5"/>
      <dgm:spPr/>
    </dgm:pt>
    <dgm:pt modelId="{4EBFB354-47E5-4F04-A56D-2B02F68365DC}" type="pres">
      <dgm:prSet presAssocID="{7050D6DB-62EC-42E1-A195-21D925CF2F85}" presName="vert1" presStyleCnt="0"/>
      <dgm:spPr/>
    </dgm:pt>
    <dgm:pt modelId="{2F084936-5FAE-43A3-8792-0F7DE3E53E9F}" type="pres">
      <dgm:prSet presAssocID="{013967FE-91AA-49F2-AD83-A987D3464036}" presName="thickLine" presStyleLbl="alignNode1" presStyleIdx="3" presStyleCnt="5"/>
      <dgm:spPr/>
    </dgm:pt>
    <dgm:pt modelId="{DFEC1B44-55D1-40FD-862B-E2E736ED58A8}" type="pres">
      <dgm:prSet presAssocID="{013967FE-91AA-49F2-AD83-A987D3464036}" presName="horz1" presStyleCnt="0"/>
      <dgm:spPr/>
    </dgm:pt>
    <dgm:pt modelId="{149F68A9-48BA-43F5-AA8E-06F72F6D6B78}" type="pres">
      <dgm:prSet presAssocID="{013967FE-91AA-49F2-AD83-A987D3464036}" presName="tx1" presStyleLbl="revTx" presStyleIdx="3" presStyleCnt="5"/>
      <dgm:spPr/>
    </dgm:pt>
    <dgm:pt modelId="{AC3B19C4-76AF-4B0C-B69F-278252242DA8}" type="pres">
      <dgm:prSet presAssocID="{013967FE-91AA-49F2-AD83-A987D3464036}" presName="vert1" presStyleCnt="0"/>
      <dgm:spPr/>
    </dgm:pt>
    <dgm:pt modelId="{565282C3-71A3-4804-9FBE-63879C1C77FF}" type="pres">
      <dgm:prSet presAssocID="{11643571-5BD4-4EC8-9A29-BFF0D7FC2C64}" presName="thickLine" presStyleLbl="alignNode1" presStyleIdx="4" presStyleCnt="5"/>
      <dgm:spPr/>
    </dgm:pt>
    <dgm:pt modelId="{4A2D3113-3F1A-46C0-89ED-CF139089E3C4}" type="pres">
      <dgm:prSet presAssocID="{11643571-5BD4-4EC8-9A29-BFF0D7FC2C64}" presName="horz1" presStyleCnt="0"/>
      <dgm:spPr/>
    </dgm:pt>
    <dgm:pt modelId="{07305D6A-FDAA-4E2E-8789-642A6560056B}" type="pres">
      <dgm:prSet presAssocID="{11643571-5BD4-4EC8-9A29-BFF0D7FC2C64}" presName="tx1" presStyleLbl="revTx" presStyleIdx="4" presStyleCnt="5"/>
      <dgm:spPr/>
    </dgm:pt>
    <dgm:pt modelId="{0ED98EEE-603E-4862-B006-1ECFEF7E4852}" type="pres">
      <dgm:prSet presAssocID="{11643571-5BD4-4EC8-9A29-BFF0D7FC2C64}" presName="vert1" presStyleCnt="0"/>
      <dgm:spPr/>
    </dgm:pt>
  </dgm:ptLst>
  <dgm:cxnLst>
    <dgm:cxn modelId="{83FFA21D-9DB3-44B0-802F-1CF04E4E7D00}" type="presOf" srcId="{49C5EFEA-B9B1-46F1-A185-E537AC89488F}" destId="{12F54682-EB68-4DEF-8190-A0AF9E826DDF}" srcOrd="0" destOrd="0" presId="urn:microsoft.com/office/officeart/2008/layout/LinedList"/>
    <dgm:cxn modelId="{186B1629-ACB1-4E0F-A764-051B753CEF4B}" srcId="{836FB781-44CE-4A9C-88BB-AF114341307C}" destId="{FCC0DC59-4E90-4E3B-A0AE-0AF708C1DB7F}" srcOrd="1" destOrd="0" parTransId="{CB8CE8BE-4F89-4ED4-A5FD-05D73C5055B9}" sibTransId="{38A3F87E-9E27-4C30-8838-EF284EDA538C}"/>
    <dgm:cxn modelId="{3FBAA033-9E97-411E-B95B-A4FE98413871}" srcId="{836FB781-44CE-4A9C-88BB-AF114341307C}" destId="{11643571-5BD4-4EC8-9A29-BFF0D7FC2C64}" srcOrd="4" destOrd="0" parTransId="{E200A2EE-5D8D-4D37-B5F0-F8F037F1C9CE}" sibTransId="{55721DD9-BFE5-4C26-BEB8-C08BD5DCABA3}"/>
    <dgm:cxn modelId="{8E96F63E-9C69-41CA-AF5A-84B32A489A12}" type="presOf" srcId="{836FB781-44CE-4A9C-88BB-AF114341307C}" destId="{6AD99C0E-9488-4309-BA2A-FA5E8232C038}" srcOrd="0" destOrd="0" presId="urn:microsoft.com/office/officeart/2008/layout/LinedList"/>
    <dgm:cxn modelId="{27A0113F-7534-474F-9C99-615A2E3D9809}" type="presOf" srcId="{11643571-5BD4-4EC8-9A29-BFF0D7FC2C64}" destId="{07305D6A-FDAA-4E2E-8789-642A6560056B}" srcOrd="0" destOrd="0" presId="urn:microsoft.com/office/officeart/2008/layout/LinedList"/>
    <dgm:cxn modelId="{9C06F64A-AF21-4901-A742-F2D2BF386BE6}" type="presOf" srcId="{FCC0DC59-4E90-4E3B-A0AE-0AF708C1DB7F}" destId="{B6A0FEC3-11DA-41D4-B215-47ECFD703CA6}" srcOrd="0" destOrd="0" presId="urn:microsoft.com/office/officeart/2008/layout/LinedList"/>
    <dgm:cxn modelId="{A55A8587-77E5-4BF6-8367-A2EF99831E0D}" type="presOf" srcId="{013967FE-91AA-49F2-AD83-A987D3464036}" destId="{149F68A9-48BA-43F5-AA8E-06F72F6D6B78}" srcOrd="0" destOrd="0" presId="urn:microsoft.com/office/officeart/2008/layout/LinedList"/>
    <dgm:cxn modelId="{4D6419B5-CE41-4BF2-BBE1-B7DBDA00B1D9}" type="presOf" srcId="{7050D6DB-62EC-42E1-A195-21D925CF2F85}" destId="{99A465FB-62DB-406B-B841-07A0AAC81DF3}" srcOrd="0" destOrd="0" presId="urn:microsoft.com/office/officeart/2008/layout/LinedList"/>
    <dgm:cxn modelId="{1A7CC2BF-905F-417D-A11F-F73140127E09}" srcId="{836FB781-44CE-4A9C-88BB-AF114341307C}" destId="{7050D6DB-62EC-42E1-A195-21D925CF2F85}" srcOrd="2" destOrd="0" parTransId="{15342DE2-23F6-4997-BF08-7B9AB5DA62D6}" sibTransId="{A04CD8B9-C6DF-44F5-B761-F253E5200067}"/>
    <dgm:cxn modelId="{45BDA3C1-250D-44F1-A752-7165F2B882E3}" srcId="{836FB781-44CE-4A9C-88BB-AF114341307C}" destId="{013967FE-91AA-49F2-AD83-A987D3464036}" srcOrd="3" destOrd="0" parTransId="{DA2FA28E-8CAB-43C9-83C4-319F3B19FCF5}" sibTransId="{63489BDB-89C6-48DD-BAE5-01E9530C478B}"/>
    <dgm:cxn modelId="{12297EDD-9772-4F43-B0C3-9DC998E7BCEC}" srcId="{836FB781-44CE-4A9C-88BB-AF114341307C}" destId="{49C5EFEA-B9B1-46F1-A185-E537AC89488F}" srcOrd="0" destOrd="0" parTransId="{E776E66B-826C-437E-871C-C3085DEE6FA0}" sibTransId="{9205F874-0C65-4F1B-9BC7-845C129024DB}"/>
    <dgm:cxn modelId="{E27AD466-3BD3-4DC6-A77F-F0AE020EF2CF}" type="presParOf" srcId="{6AD99C0E-9488-4309-BA2A-FA5E8232C038}" destId="{EDB25D9F-50F1-4AB5-A602-B9503933DED5}" srcOrd="0" destOrd="0" presId="urn:microsoft.com/office/officeart/2008/layout/LinedList"/>
    <dgm:cxn modelId="{0BFB3578-4E30-469D-AFC4-78152D7979D8}" type="presParOf" srcId="{6AD99C0E-9488-4309-BA2A-FA5E8232C038}" destId="{5810A038-00E6-4840-9D7A-C498C59D4574}" srcOrd="1" destOrd="0" presId="urn:microsoft.com/office/officeart/2008/layout/LinedList"/>
    <dgm:cxn modelId="{42524AB1-9219-41BC-A1DA-D1A80EB420DA}" type="presParOf" srcId="{5810A038-00E6-4840-9D7A-C498C59D4574}" destId="{12F54682-EB68-4DEF-8190-A0AF9E826DDF}" srcOrd="0" destOrd="0" presId="urn:microsoft.com/office/officeart/2008/layout/LinedList"/>
    <dgm:cxn modelId="{ECEE3C9E-C712-4160-8071-EF0DA27B40ED}" type="presParOf" srcId="{5810A038-00E6-4840-9D7A-C498C59D4574}" destId="{F2014B5C-1808-4CEB-B290-86B539B75ED7}" srcOrd="1" destOrd="0" presId="urn:microsoft.com/office/officeart/2008/layout/LinedList"/>
    <dgm:cxn modelId="{B6D4CA48-0D4E-49E1-9906-21D59E6A1532}" type="presParOf" srcId="{6AD99C0E-9488-4309-BA2A-FA5E8232C038}" destId="{25D099DC-6AE8-4DA1-BD03-9D360FE13233}" srcOrd="2" destOrd="0" presId="urn:microsoft.com/office/officeart/2008/layout/LinedList"/>
    <dgm:cxn modelId="{28CA7A35-763C-4C5A-9C2C-81E91A26E369}" type="presParOf" srcId="{6AD99C0E-9488-4309-BA2A-FA5E8232C038}" destId="{9C41616F-98B0-463B-AD59-67089525C3FC}" srcOrd="3" destOrd="0" presId="urn:microsoft.com/office/officeart/2008/layout/LinedList"/>
    <dgm:cxn modelId="{1AC90571-7361-47E9-8D46-980DA5B4FEBE}" type="presParOf" srcId="{9C41616F-98B0-463B-AD59-67089525C3FC}" destId="{B6A0FEC3-11DA-41D4-B215-47ECFD703CA6}" srcOrd="0" destOrd="0" presId="urn:microsoft.com/office/officeart/2008/layout/LinedList"/>
    <dgm:cxn modelId="{A88B009B-A70E-48C0-9091-8F40B5296C20}" type="presParOf" srcId="{9C41616F-98B0-463B-AD59-67089525C3FC}" destId="{C885ABC8-D02E-4263-B1CC-E2F6720D547D}" srcOrd="1" destOrd="0" presId="urn:microsoft.com/office/officeart/2008/layout/LinedList"/>
    <dgm:cxn modelId="{6418754D-90E8-4838-8CA0-0462847CC859}" type="presParOf" srcId="{6AD99C0E-9488-4309-BA2A-FA5E8232C038}" destId="{8E92B455-60D1-43EE-9CF2-8666A2D691CB}" srcOrd="4" destOrd="0" presId="urn:microsoft.com/office/officeart/2008/layout/LinedList"/>
    <dgm:cxn modelId="{65863EB5-2ABD-4D4C-B8A4-5D8F272E1CD6}" type="presParOf" srcId="{6AD99C0E-9488-4309-BA2A-FA5E8232C038}" destId="{67CB061A-E227-4D8A-8141-53EB170FF214}" srcOrd="5" destOrd="0" presId="urn:microsoft.com/office/officeart/2008/layout/LinedList"/>
    <dgm:cxn modelId="{28FCB1DB-9A5E-4056-B458-B1E7DE6F0282}" type="presParOf" srcId="{67CB061A-E227-4D8A-8141-53EB170FF214}" destId="{99A465FB-62DB-406B-B841-07A0AAC81DF3}" srcOrd="0" destOrd="0" presId="urn:microsoft.com/office/officeart/2008/layout/LinedList"/>
    <dgm:cxn modelId="{89EF2271-1B0B-4E48-B4F3-A4680EFEAC49}" type="presParOf" srcId="{67CB061A-E227-4D8A-8141-53EB170FF214}" destId="{4EBFB354-47E5-4F04-A56D-2B02F68365DC}" srcOrd="1" destOrd="0" presId="urn:microsoft.com/office/officeart/2008/layout/LinedList"/>
    <dgm:cxn modelId="{B9D7C470-09CE-4412-AFFD-95097A45AF75}" type="presParOf" srcId="{6AD99C0E-9488-4309-BA2A-FA5E8232C038}" destId="{2F084936-5FAE-43A3-8792-0F7DE3E53E9F}" srcOrd="6" destOrd="0" presId="urn:microsoft.com/office/officeart/2008/layout/LinedList"/>
    <dgm:cxn modelId="{18CC322D-FCAE-4EA5-BF6A-A85A21E79895}" type="presParOf" srcId="{6AD99C0E-9488-4309-BA2A-FA5E8232C038}" destId="{DFEC1B44-55D1-40FD-862B-E2E736ED58A8}" srcOrd="7" destOrd="0" presId="urn:microsoft.com/office/officeart/2008/layout/LinedList"/>
    <dgm:cxn modelId="{2E9C25C3-E29E-4B01-B601-37C8601ADB70}" type="presParOf" srcId="{DFEC1B44-55D1-40FD-862B-E2E736ED58A8}" destId="{149F68A9-48BA-43F5-AA8E-06F72F6D6B78}" srcOrd="0" destOrd="0" presId="urn:microsoft.com/office/officeart/2008/layout/LinedList"/>
    <dgm:cxn modelId="{77C5BEB6-F25A-4DF4-AFA0-1892C4937424}" type="presParOf" srcId="{DFEC1B44-55D1-40FD-862B-E2E736ED58A8}" destId="{AC3B19C4-76AF-4B0C-B69F-278252242DA8}" srcOrd="1" destOrd="0" presId="urn:microsoft.com/office/officeart/2008/layout/LinedList"/>
    <dgm:cxn modelId="{BD19D54D-B6A7-4179-8BE6-F90B6B1040BA}" type="presParOf" srcId="{6AD99C0E-9488-4309-BA2A-FA5E8232C038}" destId="{565282C3-71A3-4804-9FBE-63879C1C77FF}" srcOrd="8" destOrd="0" presId="urn:microsoft.com/office/officeart/2008/layout/LinedList"/>
    <dgm:cxn modelId="{D3FA0767-F66E-4C36-ABDD-575496EC0031}" type="presParOf" srcId="{6AD99C0E-9488-4309-BA2A-FA5E8232C038}" destId="{4A2D3113-3F1A-46C0-89ED-CF139089E3C4}" srcOrd="9" destOrd="0" presId="urn:microsoft.com/office/officeart/2008/layout/LinedList"/>
    <dgm:cxn modelId="{54D114D4-1630-42F9-A675-1217411D8A7F}" type="presParOf" srcId="{4A2D3113-3F1A-46C0-89ED-CF139089E3C4}" destId="{07305D6A-FDAA-4E2E-8789-642A6560056B}" srcOrd="0" destOrd="0" presId="urn:microsoft.com/office/officeart/2008/layout/LinedList"/>
    <dgm:cxn modelId="{C0F4C1EE-C6B2-44E0-864F-21CD4EC232D2}" type="presParOf" srcId="{4A2D3113-3F1A-46C0-89ED-CF139089E3C4}" destId="{0ED98EEE-603E-4862-B006-1ECFEF7E48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52A77-62E0-4DEF-82F7-9D76508074A9}">
      <dsp:nvSpPr>
        <dsp:cNvPr id="0" name=""/>
        <dsp:cNvSpPr/>
      </dsp:nvSpPr>
      <dsp:spPr>
        <a:xfrm>
          <a:off x="550892" y="394754"/>
          <a:ext cx="1444760" cy="14447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D3297-CE4B-408F-8E4E-030B42F7F260}">
      <dsp:nvSpPr>
        <dsp:cNvPr id="0" name=""/>
        <dsp:cNvSpPr/>
      </dsp:nvSpPr>
      <dsp:spPr>
        <a:xfrm>
          <a:off x="858792" y="702654"/>
          <a:ext cx="828961" cy="828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3B647-2BDB-4A7F-AC76-AA524E7701CB}">
      <dsp:nvSpPr>
        <dsp:cNvPr id="0" name=""/>
        <dsp:cNvSpPr/>
      </dsp:nvSpPr>
      <dsp:spPr>
        <a:xfrm>
          <a:off x="89042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Power BI</a:t>
          </a:r>
        </a:p>
      </dsp:txBody>
      <dsp:txXfrm>
        <a:off x="89042" y="2289522"/>
        <a:ext cx="2368460" cy="720000"/>
      </dsp:txXfrm>
    </dsp:sp>
    <dsp:sp modelId="{AE76446E-7CD3-40DC-B4A1-57A5C76D5C19}">
      <dsp:nvSpPr>
        <dsp:cNvPr id="0" name=""/>
        <dsp:cNvSpPr/>
      </dsp:nvSpPr>
      <dsp:spPr>
        <a:xfrm>
          <a:off x="3333833" y="394754"/>
          <a:ext cx="1444760" cy="14447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50D2A-0A8A-4515-9D1C-5383A5D0C5B0}">
      <dsp:nvSpPr>
        <dsp:cNvPr id="0" name=""/>
        <dsp:cNvSpPr/>
      </dsp:nvSpPr>
      <dsp:spPr>
        <a:xfrm>
          <a:off x="3641733" y="702654"/>
          <a:ext cx="828961" cy="828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592EF-2F60-4E34-B8E7-7907A1B5BFCF}">
      <dsp:nvSpPr>
        <dsp:cNvPr id="0" name=""/>
        <dsp:cNvSpPr/>
      </dsp:nvSpPr>
      <dsp:spPr>
        <a:xfrm>
          <a:off x="2871984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Excel / CSV</a:t>
          </a:r>
        </a:p>
      </dsp:txBody>
      <dsp:txXfrm>
        <a:off x="2871984" y="2289522"/>
        <a:ext cx="2368460" cy="720000"/>
      </dsp:txXfrm>
    </dsp:sp>
    <dsp:sp modelId="{C98E9C72-978E-4E9B-82DA-334A4B53859C}">
      <dsp:nvSpPr>
        <dsp:cNvPr id="0" name=""/>
        <dsp:cNvSpPr/>
      </dsp:nvSpPr>
      <dsp:spPr>
        <a:xfrm>
          <a:off x="6116775" y="394754"/>
          <a:ext cx="1444760" cy="14447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CBA35-048A-4BB7-9AE7-1C3660B2A369}">
      <dsp:nvSpPr>
        <dsp:cNvPr id="0" name=""/>
        <dsp:cNvSpPr/>
      </dsp:nvSpPr>
      <dsp:spPr>
        <a:xfrm>
          <a:off x="6424675" y="702654"/>
          <a:ext cx="828961" cy="828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0AFA1-51EF-4160-9425-6149BAACAC33}">
      <dsp:nvSpPr>
        <dsp:cNvPr id="0" name=""/>
        <dsp:cNvSpPr/>
      </dsp:nvSpPr>
      <dsp:spPr>
        <a:xfrm>
          <a:off x="5654925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SQL</a:t>
          </a:r>
        </a:p>
      </dsp:txBody>
      <dsp:txXfrm>
        <a:off x="5654925" y="2289522"/>
        <a:ext cx="2368460" cy="720000"/>
      </dsp:txXfrm>
    </dsp:sp>
    <dsp:sp modelId="{38C06D88-56CF-4460-A775-604BCEE6FCF3}">
      <dsp:nvSpPr>
        <dsp:cNvPr id="0" name=""/>
        <dsp:cNvSpPr/>
      </dsp:nvSpPr>
      <dsp:spPr>
        <a:xfrm>
          <a:off x="8899716" y="394754"/>
          <a:ext cx="1444760" cy="14447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5D79B-689F-442B-A641-B9A2C828B1E4}">
      <dsp:nvSpPr>
        <dsp:cNvPr id="0" name=""/>
        <dsp:cNvSpPr/>
      </dsp:nvSpPr>
      <dsp:spPr>
        <a:xfrm>
          <a:off x="9207616" y="702654"/>
          <a:ext cx="828961" cy="828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547F6-D37F-4E99-A069-93E0B979ADCF}">
      <dsp:nvSpPr>
        <dsp:cNvPr id="0" name=""/>
        <dsp:cNvSpPr/>
      </dsp:nvSpPr>
      <dsp:spPr>
        <a:xfrm>
          <a:off x="8437866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Data Visualization</a:t>
          </a:r>
        </a:p>
      </dsp:txBody>
      <dsp:txXfrm>
        <a:off x="8437866" y="2289522"/>
        <a:ext cx="236846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25D9F-50F1-4AB5-A602-B9503933DED5}">
      <dsp:nvSpPr>
        <dsp:cNvPr id="0" name=""/>
        <dsp:cNvSpPr/>
      </dsp:nvSpPr>
      <dsp:spPr>
        <a:xfrm>
          <a:off x="0" y="558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F54682-EB68-4DEF-8190-A0AF9E826DDF}">
      <dsp:nvSpPr>
        <dsp:cNvPr id="0" name=""/>
        <dsp:cNvSpPr/>
      </dsp:nvSpPr>
      <dsp:spPr>
        <a:xfrm>
          <a:off x="0" y="55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Attrition Rate: 16.12%</a:t>
          </a:r>
          <a:endParaRPr lang="en-US" sz="3000" kern="1200"/>
        </a:p>
      </dsp:txBody>
      <dsp:txXfrm>
        <a:off x="0" y="558"/>
        <a:ext cx="6496050" cy="914176"/>
      </dsp:txXfrm>
    </dsp:sp>
    <dsp:sp modelId="{25D099DC-6AE8-4DA1-BD03-9D360FE13233}">
      <dsp:nvSpPr>
        <dsp:cNvPr id="0" name=""/>
        <dsp:cNvSpPr/>
      </dsp:nvSpPr>
      <dsp:spPr>
        <a:xfrm>
          <a:off x="0" y="914734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338703"/>
                <a:satOff val="-1658"/>
                <a:lumOff val="931"/>
                <a:alphaOff val="0"/>
                <a:tint val="98000"/>
                <a:lumMod val="114000"/>
              </a:schemeClr>
            </a:gs>
            <a:gs pos="100000">
              <a:schemeClr val="accent2">
                <a:hueOff val="338703"/>
                <a:satOff val="-1658"/>
                <a:lumOff val="931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338703"/>
              <a:satOff val="-1658"/>
              <a:lumOff val="93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A0FEC3-11DA-41D4-B215-47ECFD703CA6}">
      <dsp:nvSpPr>
        <dsp:cNvPr id="0" name=""/>
        <dsp:cNvSpPr/>
      </dsp:nvSpPr>
      <dsp:spPr>
        <a:xfrm>
          <a:off x="0" y="914734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Total Employees: 1470</a:t>
          </a:r>
          <a:endParaRPr lang="en-US" sz="3000" kern="1200"/>
        </a:p>
      </dsp:txBody>
      <dsp:txXfrm>
        <a:off x="0" y="914734"/>
        <a:ext cx="6496050" cy="914176"/>
      </dsp:txXfrm>
    </dsp:sp>
    <dsp:sp modelId="{8E92B455-60D1-43EE-9CF2-8666A2D691CB}">
      <dsp:nvSpPr>
        <dsp:cNvPr id="0" name=""/>
        <dsp:cNvSpPr/>
      </dsp:nvSpPr>
      <dsp:spPr>
        <a:xfrm>
          <a:off x="0" y="1828911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677407"/>
              <a:satOff val="-3316"/>
              <a:lumOff val="186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A465FB-62DB-406B-B841-07A0AAC81DF3}">
      <dsp:nvSpPr>
        <dsp:cNvPr id="0" name=""/>
        <dsp:cNvSpPr/>
      </dsp:nvSpPr>
      <dsp:spPr>
        <a:xfrm>
          <a:off x="0" y="1828911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Active Employees: 1233</a:t>
          </a:r>
          <a:endParaRPr lang="en-US" sz="3000" kern="1200"/>
        </a:p>
      </dsp:txBody>
      <dsp:txXfrm>
        <a:off x="0" y="1828911"/>
        <a:ext cx="6496050" cy="914176"/>
      </dsp:txXfrm>
    </dsp:sp>
    <dsp:sp modelId="{2F084936-5FAE-43A3-8792-0F7DE3E53E9F}">
      <dsp:nvSpPr>
        <dsp:cNvPr id="0" name=""/>
        <dsp:cNvSpPr/>
      </dsp:nvSpPr>
      <dsp:spPr>
        <a:xfrm>
          <a:off x="0" y="2743088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1016110"/>
                <a:satOff val="-4974"/>
                <a:lumOff val="2794"/>
                <a:alphaOff val="0"/>
                <a:tint val="98000"/>
                <a:lumMod val="114000"/>
              </a:schemeClr>
            </a:gs>
            <a:gs pos="100000">
              <a:schemeClr val="accent2">
                <a:hueOff val="1016110"/>
                <a:satOff val="-4974"/>
                <a:lumOff val="2794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1016110"/>
              <a:satOff val="-4974"/>
              <a:lumOff val="279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9F68A9-48BA-43F5-AA8E-06F72F6D6B78}">
      <dsp:nvSpPr>
        <dsp:cNvPr id="0" name=""/>
        <dsp:cNvSpPr/>
      </dsp:nvSpPr>
      <dsp:spPr>
        <a:xfrm>
          <a:off x="0" y="274308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Department-wise attrition analysis</a:t>
          </a:r>
          <a:endParaRPr lang="en-US" sz="3000" kern="1200"/>
        </a:p>
      </dsp:txBody>
      <dsp:txXfrm>
        <a:off x="0" y="2743088"/>
        <a:ext cx="6496050" cy="914176"/>
      </dsp:txXfrm>
    </dsp:sp>
    <dsp:sp modelId="{565282C3-71A3-4804-9FBE-63879C1C77FF}">
      <dsp:nvSpPr>
        <dsp:cNvPr id="0" name=""/>
        <dsp:cNvSpPr/>
      </dsp:nvSpPr>
      <dsp:spPr>
        <a:xfrm>
          <a:off x="0" y="3657265"/>
          <a:ext cx="6496050" cy="0"/>
        </a:xfrm>
        <a:prstGeom prst="line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305D6A-FDAA-4E2E-8789-642A6560056B}">
      <dsp:nvSpPr>
        <dsp:cNvPr id="0" name=""/>
        <dsp:cNvSpPr/>
      </dsp:nvSpPr>
      <dsp:spPr>
        <a:xfrm>
          <a:off x="0" y="3657265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Job satisfaction analysis</a:t>
          </a:r>
          <a:endParaRPr lang="en-US" sz="3000" kern="1200"/>
        </a:p>
      </dsp:txBody>
      <dsp:txXfrm>
        <a:off x="0" y="3657265"/>
        <a:ext cx="6496050" cy="914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8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0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7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2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8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9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5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17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7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12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8777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38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1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43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2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7D1158-5C28-433F-86AA-BEEAEFD741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E9671-78B2-4290-8CD0-790D1E9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03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inancial graphs on a dark display">
            <a:extLst>
              <a:ext uri="{FF2B5EF4-FFF2-40B4-BE49-F238E27FC236}">
                <a16:creationId xmlns:a16="http://schemas.microsoft.com/office/drawing/2014/main" id="{5D7A713E-F383-BBBA-117E-CF214103C0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EFCB3-518A-0B24-B78A-770D2593C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HR-Analytics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D5D87-A45E-5156-F388-EF720D0BA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Created by : T. Nava Jeevan Paul</a:t>
            </a:r>
          </a:p>
        </p:txBody>
      </p:sp>
    </p:spTree>
    <p:extLst>
      <p:ext uri="{BB962C8B-B14F-4D97-AF65-F5344CB8AC3E}">
        <p14:creationId xmlns:p14="http://schemas.microsoft.com/office/powerpoint/2010/main" val="4210764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9E8AD-E86D-C93D-FCD2-7B6BEE84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591FE-2EB4-77E4-C888-B25C4E186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r>
              <a:rPr lang="en-US" dirty="0"/>
              <a:t>This project analyzes employee attrition, workforce demographics, and job satisfaction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89832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BFF84-9B27-C453-F7EC-1E60EC9E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Tools Used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1DFDB-6E11-C8AD-F58B-779AE5F85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96857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4887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EA3D-0ACB-FB1B-ABB9-357760E3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Preview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DEA214-1055-E29F-ECC6-62228051B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1"/>
            <a:ext cx="12192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4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9644A-832C-50B7-0DE4-31956A6A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Key Insights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0DE8FF-D7CE-8443-4B5B-5619C4BA27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629134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80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1D47F-7228-9C35-7E43-2242D0F7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7A77-F796-A9D6-F1D4-366CEC2FC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The dashboard helps HR teams identify employee trends and make better workforce decisions.</a:t>
            </a:r>
          </a:p>
        </p:txBody>
      </p:sp>
    </p:spTree>
    <p:extLst>
      <p:ext uri="{BB962C8B-B14F-4D97-AF65-F5344CB8AC3E}">
        <p14:creationId xmlns:p14="http://schemas.microsoft.com/office/powerpoint/2010/main" val="121807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55304241-4FD1-D367-C432-FD0D5A0335A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9D95D0-3CE9-B6BE-4495-757713C2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91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78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HR-Analytics Dashboard</vt:lpstr>
      <vt:lpstr>Project Overview</vt:lpstr>
      <vt:lpstr>Tools Used</vt:lpstr>
      <vt:lpstr>Dashboard Preview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 jeevan paul</dc:creator>
  <cp:lastModifiedBy>nava jeevan paul</cp:lastModifiedBy>
  <cp:revision>1</cp:revision>
  <dcterms:created xsi:type="dcterms:W3CDTF">2026-06-02T10:13:23Z</dcterms:created>
  <dcterms:modified xsi:type="dcterms:W3CDTF">2026-06-02T10:42:20Z</dcterms:modified>
</cp:coreProperties>
</file>